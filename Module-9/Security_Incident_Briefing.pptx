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4" name="Image 0" descr="/home/claude/deck/icons/shield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INCIDENT BRIEFING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j.rivera Cloud-to-Endpoint Account Compromise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4114800"/>
            <a:ext cx="2377440" cy="457200"/>
          </a:xfrm>
          <a:prstGeom prst="rect">
            <a:avLst>
              <a:gd name="adj" fmla="val 12000"/>
            </a:avLst>
          </a:prstGeom>
          <a:solidFill>
            <a:srgbClr val="C0000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HIGH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19, 2026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6263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Security Operations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35608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356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4173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signed into a cloud account from overseas, bypassing multi-factor authentication using a stolen session token.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37744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inside, administrator privileges were granted on the account (under verification) and a way to stay logged in was set up.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55848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55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33756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then used that cloud access to remotely log into an employee's computer and steal domain credentials.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15968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3159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429768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replicated the full password database for the company's network.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37160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 w="12700">
            <a:solidFill>
              <a:srgbClr val="E2E4EA"/>
            </a:solidFill>
            <a:prstDash val="solid"/>
          </a:ln>
        </p:spPr>
      </p:sp>
      <p:pic>
        <p:nvPicPr>
          <p:cNvPr id="16" name="Image 0" descr="/home/claude/deck/icons/clou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780" y="1536192"/>
            <a:ext cx="640080" cy="6400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138160" y="221284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727948" y="2807208"/>
            <a:ext cx="237744" cy="283464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19" name="Shape 16"/>
          <p:cNvSpPr/>
          <p:nvPr/>
        </p:nvSpPr>
        <p:spPr>
          <a:xfrm>
            <a:off x="8138160" y="310896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 w="12700">
            <a:solidFill>
              <a:srgbClr val="E2E4EA"/>
            </a:solidFill>
            <a:prstDash val="solid"/>
          </a:ln>
        </p:spPr>
      </p:sp>
      <p:pic>
        <p:nvPicPr>
          <p:cNvPr id="20" name="Image 1" descr="/home/claude/deck/icons/ke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780" y="3273552"/>
            <a:ext cx="640080" cy="6400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138160" y="395020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727948" y="4544568"/>
            <a:ext cx="237744" cy="283464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23" name="Shape 19"/>
          <p:cNvSpPr/>
          <p:nvPr/>
        </p:nvSpPr>
        <p:spPr>
          <a:xfrm>
            <a:off x="8138160" y="484632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 w="12700">
            <a:solidFill>
              <a:srgbClr val="E2E4EA"/>
            </a:solidFill>
            <a:prstDash val="solid"/>
          </a:ln>
        </p:spPr>
      </p:sp>
      <p:pic>
        <p:nvPicPr>
          <p:cNvPr id="24" name="Image 2" descr="/home/claude/deck/icons/deskto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5010912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138160" y="568756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727948" y="6281928"/>
            <a:ext cx="237744" cy="283464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27" name="Shape 22"/>
          <p:cNvSpPr/>
          <p:nvPr/>
        </p:nvSpPr>
        <p:spPr>
          <a:xfrm>
            <a:off x="8138160" y="658368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 w="12700">
            <a:solidFill>
              <a:srgbClr val="E2E4EA"/>
            </a:solidFill>
            <a:prstDash val="solid"/>
          </a:ln>
        </p:spPr>
      </p:sp>
      <p:pic>
        <p:nvPicPr>
          <p:cNvPr id="28" name="Image 3" descr="/home/claude/deck/icons/usersecre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0" y="6748272"/>
            <a:ext cx="640080" cy="6400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138160" y="742492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Security Incident Briefing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3383280"/>
            <a:ext cx="10515600" cy="0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" y="3264408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0" y="201168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-137160" y="20848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-45720" y="239572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sign-in from overseas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0" cy="201168"/>
          </a:xfrm>
          <a:prstGeom prst="line">
            <a:avLst/>
          </a:prstGeom>
          <a:noFill/>
          <a:ln w="12700">
            <a:solidFill>
              <a:srgbClr val="C9CCD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807208" y="3264408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370332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1965960" y="37764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57400" y="40873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rights granted (under verification)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0" y="3502152"/>
            <a:ext cx="0" cy="201168"/>
          </a:xfrm>
          <a:prstGeom prst="line">
            <a:avLst/>
          </a:prstGeom>
          <a:noFill/>
          <a:ln w="12700">
            <a:solidFill>
              <a:srgbClr val="C9CCD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910328" y="3264408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9080" y="201168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4069080" y="20848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14:08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60520" y="239572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Mailbox access persistence set up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0" y="3063240"/>
            <a:ext cx="0" cy="201168"/>
          </a:xfrm>
          <a:prstGeom prst="line">
            <a:avLst/>
          </a:prstGeom>
          <a:noFill/>
          <a:ln w="12700">
            <a:solidFill>
              <a:srgbClr val="C9CCD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013448" y="3264408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370332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7764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63640" y="40873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login to employee workstation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0" y="3502152"/>
            <a:ext cx="0" cy="201168"/>
          </a:xfrm>
          <a:prstGeom prst="line">
            <a:avLst/>
          </a:prstGeom>
          <a:noFill/>
          <a:ln w="12700">
            <a:solidFill>
              <a:srgbClr val="C9CCD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9116568" y="3264408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75320" y="201168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20848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239572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stolen from memory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35440" y="3063240"/>
            <a:ext cx="0" cy="201168"/>
          </a:xfrm>
          <a:prstGeom prst="line">
            <a:avLst/>
          </a:prstGeom>
          <a:noFill/>
          <a:ln w="12700">
            <a:solidFill>
              <a:srgbClr val="C9CCD6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1219688" y="3264408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78440" y="370332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10378440" y="37764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14:20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469880" y="40873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password database replicated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1338560" y="3502152"/>
            <a:ext cx="0" cy="201168"/>
          </a:xfrm>
          <a:prstGeom prst="line">
            <a:avLst/>
          </a:prstGeom>
          <a:noFill/>
          <a:ln w="12700">
            <a:solidFill>
              <a:srgbClr val="C9CCD6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Security Incident Briefing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Domain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password database and identity 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55448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22860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Account +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Creds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26280" y="3429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identity; likely full credential exposure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155448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22860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Contained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E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Progress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29600" y="3429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team actively working containment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of customer-facing service disruption. Primary risk is data confidentiality, not availability.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Security Incident Briefing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Response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/home/claude/deck/icons/searc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175656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5727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Investigation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600200" y="1938528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four independent log sources (cloud sign-in, cloud audit, endpoint security, endpoint process activity) to reconstruct the full attack chain.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1" descr="/home/claude/deck/icon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2991002"/>
            <a:ext cx="373075" cy="3730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8072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600200" y="3172968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disablement, session revocation, and endpoint isolation are underway to stop further attacker activity.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402336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2" descr="/home/claude/deck/icons/us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4225442"/>
            <a:ext cx="373075" cy="3730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40416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600200" y="4407408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and Detection Engineering are jointly leading investigation, containment, and remediation.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Security Incident Briefing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109728" cy="109728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5564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phishing-resistant MFA for all admin accounts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87752"/>
            <a:ext cx="109728" cy="109728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4144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alerting on new MFA method registrations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 INVESTMENTS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90195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7556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Tenant-wide Conditional Access (location + device policy)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58775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4414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engineering for cloud privilege-escalation gaps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64240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PRIORITIES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Phishing-resistant MFA for privileged accounts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Conditional Access location/device policy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Detection for anomalous OAuth consent grants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Security Incident Briefing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3200400"/>
                <a:gridCol w="21945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credential rotation (incl. krbtgt x2)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Team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24 hours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phishing-resistant MFA (privileged accts)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Engineering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1 week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Conditional Access policies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Team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2 weeks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detection for OAuth consent abuse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Engineering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3 weeks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briefing scheduled once containment is confirmed complete.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Security Incident Briefing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3" name="Image 0" descr="/home/claude/deck/icons/envelope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1545336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8346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Security Operations — soc@insecurebank.local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report: IR-2026-0719-001 (Incident Response Report)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2026-07-22T18:13:57Z</dcterms:created>
  <dcterms:modified xsi:type="dcterms:W3CDTF">2026-07-22T18:13:57Z</dcterms:modified>
</cp:coreProperties>
</file>